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a77ac8f574c77" /><Relationship Type="http://schemas.openxmlformats.org/officeDocument/2006/relationships/extended-properties" Target="/docProps/app.xml" Id="R0f566341da76408a" /><Relationship Type="http://schemas.openxmlformats.org/officeDocument/2006/relationships/officeDocument" Target="/ppt/presentation.xml" Id="Rdc5f82cf66af48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8e5dee44b74900"/>
  </p:sldMasterIdLst>
  <p:notesMasterIdLst>
    <p:notesMasterId xmlns:r="http://schemas.openxmlformats.org/officeDocument/2006/relationships" r:id="R27a8b932705b471b"/>
  </p:notesMasterIdLst>
  <p:sldIdLst>
    <p:sldId xmlns:r="http://schemas.openxmlformats.org/officeDocument/2006/relationships" id="256" r:id="R0ad6ba88ef2b4ff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f4f317bf949c9" /><Relationship Type="http://schemas.openxmlformats.org/officeDocument/2006/relationships/slideMaster" Target="/ppt/slideMasters/slideMaster1.xml" Id="R998e5dee44b74900" /><Relationship Type="http://schemas.openxmlformats.org/officeDocument/2006/relationships/notesMaster" Target="/ppt/notesMasters/notesMaster1.xml" Id="R27a8b932705b471b" /><Relationship Type="http://schemas.openxmlformats.org/officeDocument/2006/relationships/presProps" Target="/ppt/presProps.xml" Id="R14205ed209d24e7d" /><Relationship Type="http://schemas.openxmlformats.org/officeDocument/2006/relationships/viewProps" Target="/ppt/viewProps.xml" Id="Ra3cfd2107b9a486e" /><Relationship Type="http://schemas.openxmlformats.org/officeDocument/2006/relationships/tableStyles" Target="/ppt/tableStyles.xml" Id="R90f51eaf09f24fb3" /><Relationship Type="http://schemas.openxmlformats.org/officeDocument/2006/relationships/slide" Target="/ppt/slides/slide1.xml" Id="R0ad6ba88ef2b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819fc94e74a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50a480e2c4afb" /><Relationship Type="http://schemas.openxmlformats.org/officeDocument/2006/relationships/notesMaster" Target="/ppt/notesMasters/notesMaster1.xml" Id="Rba622e0cc982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TTU 제품 WhyTree. 강경구. 2026-10-28.</a:t>
            </a:r>
          </a:p>
          <a:p xmlns:a="http://schemas.openxmlformats.org/drawingml/2006/main">
            <a:r>
              <a:t>사용자 문제: 주선자가 여러 소개의 진행 상황을 관리하기 번거롭고 사람들을 이어주기 어렵다.</a:t>
            </a:r>
          </a:p>
          <a:p xmlns:a="http://schemas.openxmlformats.org/drawingml/2006/main">
            <a:r>
              <a:t>Why Up: 상태를 모으고 다음 행동을 알려주면 주선자의 조율 부담을 줄여 좋은 소개를 끝까지 이어주는 데 도움이 된다. How Down: 주선자 검토, 개별 소개 동의, 별도 공유 승인, 양쪽 주선자의 실제 연결 확인, 후속 기록을 분리한다.</a:t>
            </a:r>
          </a:p>
          <a:p xmlns:a="http://schemas.openxmlformats.org/drawingml/2006/main">
            <a:r>
              <a:t>선택한 기능: 한 건을 끝내는 소개 보드. 실제 동의나 연결 성과가 아닌 합성 샘플. 명세 docs/specs/gyunggoo-introduction-board.md.</a:t>
            </a:r>
          </a:p>
          <a:p xmlns:a="http://schemas.openxmlformats.org/drawingml/2006/main">
            <a:r>
              <a:t>출처: TTU 브랜드 v0.2 및 PRD v0.5, 2026-10-27. PRD 3절 W2/W3, 4절 P-A, 6.1/6.3, F04/F07/F08/F10, 8.1~8.4. https://discord.com/channels/1550769402578731038/1550769403333709907/threads/1564617556201967728 . 공식 Week 7 whytree-template-ko.pptx.</a:t>
            </a:r>
          </a:p>
          <a:p xmlns:a="http://schemas.openxmlformats.org/drawingml/2006/main">
            <a:r>
              <a:t>모든 노드의 문구와 계층은 docs/whytree/gyunggoo.md의 text 블록과 같다.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28b96fe8f4a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def5eca7941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6fdce6a9449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eedc682984a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0b979852c4d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fd71d465244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77b453f2a4c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df52e8c0346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62104b6dd46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10691396c46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06878c23f40b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77D971-78CE-42F8-BE21-2E24D25177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156FFD8-3098-4645-8F88-03A989BEA6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44E81A-EAD7-4F99-970F-3928EC4A90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333EC6-93CF-46F3-8BFE-C64D8FB322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7C7E62-A548-4FBC-9008-129E2793A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02F8A3-AFE8-4855-906A-FB3FA3EA2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6CA35B-3BA2-42E2-9012-B2A0F9DC8C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7319AC-803C-432C-9451-33BE97082C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8CC247-CA3F-4B4E-A1B9-5C8AD0C46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75762F-B3E0-4AD0-AF57-1099EF7582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053C9-57BE-46E0-80C3-AA90757F2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E43169-E22D-4569-B3B1-6ED50EE5B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30FEED-E1F0-47B3-B67A-93771D617D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29FA9A-936A-449B-8DF8-3FF3F2026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882C88-48B9-4038-936D-12BFD31DF6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6309E4-6068-48EC-BC05-0C503F921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229328-2ADA-4CA7-A189-B9B8093981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A2092B6-A45D-4048-A732-4F242F0EF8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4D31D23-780C-4B5C-9AA5-FC5BBFD1C2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0EEE2A6-37E5-4BF2-8DBE-32540C39F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CF5D617-8D95-4511-B3B2-9F0A9E0C7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C187AC-3267-4828-8D5A-FB5AC247A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0D022B-1C44-4410-90F8-88698B674A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994BEA2-2B3D-4737-9284-0F0F82FD00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C03F62-60AB-47F5-A853-681E4F5721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8F743F-FFA7-4A20-848C-77FE55F268E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59AF5E4-B8F2-44BC-A975-9705AEE55D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9802804-209A-4C0A-8BC2-79BE83C48D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699EAD1-0B01-4256-AD20-3AB87E6046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C9E902-BF65-40A8-BAD9-3DD49F093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A7C2DC-5328-47F0-915E-FE66F08A61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B289157-5A39-42B5-B781-7B9839A8C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D46AB3-CEA2-459D-BD04-6A0B3AEC5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FA45036-546D-4451-9AAF-6E490B4AA4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B0CD9CA-7B75-4805-8575-F1F10C538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330DED-AC8F-47B9-8380-41DA9D29B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A8B372-C5FF-4656-B2A9-D31D8ADC0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787923-9F29-49C6-B150-3B6F2048A0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800791-88EB-4AB5-9125-AF10D3BFF7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825B61-B822-485E-A20A-627471F1AA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A55583-80AD-404C-8EDC-07A2D1B93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CF972D-2DE0-4D40-BA33-37962B107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FA4A5A-56CD-4874-BE7A-912BEBD2F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AE3B6B-ACE5-42E3-899F-428E057BBD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53F8C3-4E53-4489-B6C0-9A65EE330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7E229F-33EC-4A7D-B72F-D871342E6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812A45-3A50-4186-9E4D-D45144F71F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1F28B6-F38A-461D-A755-5ECBA2C28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7AAE2-1B5F-4EB8-910F-1F44A9EC6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FA0F0E-72A9-451C-85FD-AE2EF965B7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CCBB97-19CD-408E-8793-41CD2F6094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207CEA-8039-41F9-82D8-4C699F8A91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7D1FED-1D6F-4C9A-AFB6-26E1382BF2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9818FB1-282F-45CE-9C34-BB8578D74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BFC2F8-19AD-4517-8416-6C974D1029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DC39FC-9B1B-44A5-AFAA-F16BC5397C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45C7A6-9410-4F6D-979C-A43F3B4FBF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06BFBC-F519-4DBC-B506-D056E8AC5F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1581ab30f4098" /><Relationship Type="http://schemas.openxmlformats.org/officeDocument/2006/relationships/slideLayout" Target="/ppt/slideLayouts/slideLayout1.xml" Id="Raa5e23d870ca4bd5" /><Relationship Type="http://schemas.openxmlformats.org/officeDocument/2006/relationships/slideLayout" Target="/ppt/slideLayouts/slideLayout2.xml" Id="R30eba6f9fa23485d" /><Relationship Type="http://schemas.openxmlformats.org/officeDocument/2006/relationships/slideLayout" Target="/ppt/slideLayouts/slideLayout3.xml" Id="R78629ca56c5c4244" /><Relationship Type="http://schemas.openxmlformats.org/officeDocument/2006/relationships/slideLayout" Target="/ppt/slideLayouts/slideLayout4.xml" Id="R69302002d8cd44ff" /><Relationship Type="http://schemas.openxmlformats.org/officeDocument/2006/relationships/slideLayout" Target="/ppt/slideLayouts/slideLayout5.xml" Id="R929aa2999f364cfa" /><Relationship Type="http://schemas.openxmlformats.org/officeDocument/2006/relationships/slideLayout" Target="/ppt/slideLayouts/slideLayout6.xml" Id="Rdae9620264cd41f3" /><Relationship Type="http://schemas.openxmlformats.org/officeDocument/2006/relationships/slideLayout" Target="/ppt/slideLayouts/slideLayout7.xml" Id="Rafe324dae3cf4adc" /><Relationship Type="http://schemas.openxmlformats.org/officeDocument/2006/relationships/slideLayout" Target="/ppt/slideLayouts/slideLayout8.xml" Id="R7edda154c46d42ec" /><Relationship Type="http://schemas.openxmlformats.org/officeDocument/2006/relationships/slideLayout" Target="/ppt/slideLayouts/slideLayout9.xml" Id="Rcc89611c8d414adc" /><Relationship Type="http://schemas.openxmlformats.org/officeDocument/2006/relationships/slideLayout" Target="/ppt/slideLayouts/slideLayout10.xml" Id="Rda7d10b9023e4972" /><Relationship Type="http://schemas.openxmlformats.org/officeDocument/2006/relationships/slideLayout" Target="/ppt/slideLayouts/slideLayout11.xml" Id="R875c05e6d79e4a2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E10A949-1DF2-41C6-B37D-BFD538902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D349A1-6141-4FE9-9DAA-16DA830F2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79106B-51C8-4D73-B55B-B3BD5D3E75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01BBA3-634E-4A30-883A-3A4BF2E9186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3B7F9D-B4C9-4E33-9165-13BB606B26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5e23d870ca4bd5"/>
    <p:sldLayoutId xmlns:r="http://schemas.openxmlformats.org/officeDocument/2006/relationships" id="2147483650" r:id="R30eba6f9fa23485d"/>
    <p:sldLayoutId xmlns:r="http://schemas.openxmlformats.org/officeDocument/2006/relationships" id="2147483651" r:id="R78629ca56c5c4244"/>
    <p:sldLayoutId xmlns:r="http://schemas.openxmlformats.org/officeDocument/2006/relationships" id="2147483652" r:id="R69302002d8cd44ff"/>
    <p:sldLayoutId xmlns:r="http://schemas.openxmlformats.org/officeDocument/2006/relationships" id="2147483653" r:id="R929aa2999f364cfa"/>
    <p:sldLayoutId xmlns:r="http://schemas.openxmlformats.org/officeDocument/2006/relationships" id="2147483654" r:id="Rdae9620264cd41f3"/>
    <p:sldLayoutId xmlns:r="http://schemas.openxmlformats.org/officeDocument/2006/relationships" id="2147483655" r:id="Rafe324dae3cf4adc"/>
    <p:sldLayoutId xmlns:r="http://schemas.openxmlformats.org/officeDocument/2006/relationships" id="2147483656" r:id="R7edda154c46d42ec"/>
    <p:sldLayoutId xmlns:r="http://schemas.openxmlformats.org/officeDocument/2006/relationships" id="2147483657" r:id="Rcc89611c8d414adc"/>
    <p:sldLayoutId xmlns:r="http://schemas.openxmlformats.org/officeDocument/2006/relationships" id="2147483658" r:id="Rda7d10b9023e4972"/>
    <p:sldLayoutId xmlns:r="http://schemas.openxmlformats.org/officeDocument/2006/relationships" id="2147483659" r:id="R875c05e6d79e4a2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2655878c7b4604" /><Relationship Type="http://schemas.openxmlformats.org/officeDocument/2006/relationships/notesSlide" Target="/ppt/notesSlides/notesSlide1.xml" Id="R16b821de4635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930F4-7DB3-4A89-899E-676D84567B93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10048875" y="3333750"/>
            <a:ext cx="104775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375EE-A2B8-49E6-9FC1-CD1007406059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9096375" y="4810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14616-02A6-4637-A407-061765B2F5B0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096375" y="3333750"/>
            <a:ext cx="9525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E75B1-D976-43B5-BEE2-FD5215C7F4C8}"/>
              </a:ext>
            </a:extLst>
          </p:cNvPr>
          <p:cNvCxnSpPr>
            <a:stCxn xmlns:a="http://schemas.openxmlformats.org/drawingml/2006/main" id="16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6096000" y="2190750"/>
            <a:ext cx="395287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E8E6E-3D31-4FBE-8C65-42151F939453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096000" y="3333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B56A9-22FA-4694-AF36-D23CF1C5D24F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096000" y="2190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83128-E370-4AB3-B870-B94EF965EC6E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2143125" y="3333750"/>
            <a:ext cx="100012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3053B-B3F1-474B-BDE6-252E330B1EF6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143000" y="3333750"/>
            <a:ext cx="100012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9EE93-79D7-494E-893D-1C78BBC0CFF5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143125" y="2190750"/>
            <a:ext cx="395287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sm" len="sm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F591469-BE6E-4AB5-B3B0-F13E85E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2" y="254032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8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WhyTree · TTU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A6EF55-F7D9-4627-9B50-B2B469BA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49" y="50800"/>
            <a:ext cx="95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6A7179"/>
                </a:solidFill>
                <a:latin typeface="Pretendard"/>
                <a:ea typeface="Pretendard"/>
                <a:cs typeface="Pretendard"/>
              </a:rPr>
              <a:t>이름 또는 별명</a:t>
            </a:r>
          </a:p>
        </p:txBody>
      </p:sp>
      <p:sp>
        <p:nvSpPr>
          <p:cNvPr id="4" name="입력: 이름 또는 별명">
            <a:extLst xmlns:a="http://schemas.openxmlformats.org/drawingml/2006/main">
              <a:ext uri="{FF2B5EF4-FFF2-40B4-BE49-F238E27FC236}">
                <a16:creationId xmlns:a16="http://schemas.microsoft.com/office/drawing/2014/main" id="{D9748E5B-6A4A-4FE0-A81F-B14BD51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749" y="0"/>
            <a:ext cx="19050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9C4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강경구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BEFC3B-9D0F-452F-8906-48AFE0E4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171" y="81331"/>
            <a:ext cx="353827" cy="192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6A7179"/>
                </a:solidFill>
                <a:latin typeface="Pretendard"/>
                <a:ea typeface="Pretendard"/>
                <a:cs typeface="Pretendard"/>
              </a:rPr>
              <a:t>날짜</a:t>
            </a:r>
          </a:p>
        </p:txBody>
      </p:sp>
      <p:sp>
        <p:nvSpPr>
          <p:cNvPr id="6" name="입력: 날짜">
            <a:extLst xmlns:a="http://schemas.openxmlformats.org/drawingml/2006/main">
              <a:ext uri="{FF2B5EF4-FFF2-40B4-BE49-F238E27FC236}">
                <a16:creationId xmlns:a16="http://schemas.microsoft.com/office/drawing/2014/main" id="{C50E86A0-CD63-443E-B985-64281362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0" y="0"/>
            <a:ext cx="13970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9C4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2026-10-28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3996E8-8DA4-462F-B060-176AE3F2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TTU 제품 트리 · 주선자의 소개 진행 관리</a:t>
            </a:r>
          </a:p>
        </p:txBody>
      </p:sp>
      <p:sp>
        <p:nvSpPr>
          <p:cNvPr id="10" name="node-01">
            <a:extLst xmlns:a="http://schemas.openxmlformats.org/drawingml/2006/main">
              <a:ext uri="{FF2B5EF4-FFF2-40B4-BE49-F238E27FC236}">
                <a16:creationId xmlns:a16="http://schemas.microsoft.com/office/drawing/2014/main" id="{D4574B52-05E6-4FD9-9C77-65F3C1C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191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좋은 소개를 끝까지 이어주기</a:t>
            </a:r>
          </a:p>
        </p:txBody>
      </p:sp>
      <p:sp>
        <p:nvSpPr>
          <p:cNvPr id="11" name="node-02">
            <a:extLst xmlns:a="http://schemas.openxmlformats.org/drawingml/2006/main">
              <a:ext uri="{FF2B5EF4-FFF2-40B4-BE49-F238E27FC236}">
                <a16:creationId xmlns:a16="http://schemas.microsoft.com/office/drawing/2014/main" id="{9FB3B95C-DC32-4210-BC4C-86C094EF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3333750" cy="6191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주선자의 조율 부담 줄이기</a:t>
            </a:r>
          </a:p>
        </p:txBody>
      </p:sp>
      <p:sp>
        <p:nvSpPr>
          <p:cNvPr id="12" name="node-03">
            <a:extLst xmlns:a="http://schemas.openxmlformats.org/drawingml/2006/main">
              <a:ext uri="{FF2B5EF4-FFF2-40B4-BE49-F238E27FC236}">
                <a16:creationId xmlns:a16="http://schemas.microsoft.com/office/drawing/2014/main" id="{3FA33BD1-A34B-4940-A0A3-439A9A4C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809750" cy="857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소개 진행 상태 한곳에 모으기</a:t>
            </a:r>
          </a:p>
        </p:txBody>
      </p:sp>
      <p:sp>
        <p:nvSpPr>
          <p:cNvPr id="13" name="node-04">
            <a:extLst xmlns:a="http://schemas.openxmlformats.org/drawingml/2006/main">
              <a:ext uri="{FF2B5EF4-FFF2-40B4-BE49-F238E27FC236}">
                <a16:creationId xmlns:a16="http://schemas.microsoft.com/office/drawing/2014/main" id="{D30449AD-460D-4C60-81E4-A72CFA4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52875"/>
            <a:ext cx="1809750" cy="857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지금 할 일 하나 보여주기</a:t>
            </a:r>
          </a:p>
        </p:txBody>
      </p:sp>
      <p:sp>
        <p:nvSpPr>
          <p:cNvPr id="14" name="node-05">
            <a:extLst xmlns:a="http://schemas.openxmlformats.org/drawingml/2006/main">
              <a:ext uri="{FF2B5EF4-FFF2-40B4-BE49-F238E27FC236}">
                <a16:creationId xmlns:a16="http://schemas.microsoft.com/office/drawing/2014/main" id="{51922F81-5F14-4DE3-B57F-6B1E6DF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6191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당사자의 선택권 지키기</a:t>
            </a:r>
          </a:p>
        </p:txBody>
      </p:sp>
      <p:sp>
        <p:nvSpPr>
          <p:cNvPr id="15" name="node-06">
            <a:extLst xmlns:a="http://schemas.openxmlformats.org/drawingml/2006/main">
              <a:ext uri="{FF2B5EF4-FFF2-40B4-BE49-F238E27FC236}">
                <a16:creationId xmlns:a16="http://schemas.microsoft.com/office/drawing/2014/main" id="{63EB8871-A4B4-44E3-AA76-08E9A887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52875"/>
            <a:ext cx="3333750" cy="857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소개 수락과 정보 공유 동의 나누기</a:t>
            </a:r>
          </a:p>
        </p:txBody>
      </p:sp>
      <p:sp>
        <p:nvSpPr>
          <p:cNvPr id="16" name="node-07">
            <a:extLst xmlns:a="http://schemas.openxmlformats.org/drawingml/2006/main">
              <a:ext uri="{FF2B5EF4-FFF2-40B4-BE49-F238E27FC236}">
                <a16:creationId xmlns:a16="http://schemas.microsoft.com/office/drawing/2014/main" id="{077886F4-0C7F-408D-8A17-14AC0FB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333750" cy="6191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연결 결과를 놓치지 않기</a:t>
            </a:r>
          </a:p>
        </p:txBody>
      </p:sp>
      <p:sp>
        <p:nvSpPr>
          <p:cNvPr id="17" name="node-08">
            <a:extLst xmlns:a="http://schemas.openxmlformats.org/drawingml/2006/main">
              <a:ext uri="{FF2B5EF4-FFF2-40B4-BE49-F238E27FC236}">
                <a16:creationId xmlns:a16="http://schemas.microsoft.com/office/drawing/2014/main" id="{B1041F99-F7A6-4BD4-BDEB-9E10202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1809750" cy="857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양쪽 주선자의 실제 연결 확인받기</a:t>
            </a:r>
          </a:p>
        </p:txBody>
      </p:sp>
      <p:sp>
        <p:nvSpPr>
          <p:cNvPr id="18" name="node-09">
            <a:extLst xmlns:a="http://schemas.openxmlformats.org/drawingml/2006/main">
              <a:ext uri="{FF2B5EF4-FFF2-40B4-BE49-F238E27FC236}">
                <a16:creationId xmlns:a16="http://schemas.microsoft.com/office/drawing/2014/main" id="{EF68C521-7491-4AC0-AAEF-D19FF14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1809750" cy="76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연결 확인된 소개만 완료로 세기</a:t>
            </a:r>
          </a:p>
        </p:txBody>
      </p:sp>
      <p:sp>
        <p:nvSpPr>
          <p:cNvPr id="19" name="node-10">
            <a:extLst xmlns:a="http://schemas.openxmlformats.org/drawingml/2006/main">
              <a:ext uri="{FF2B5EF4-FFF2-40B4-BE49-F238E27FC236}">
                <a16:creationId xmlns:a16="http://schemas.microsoft.com/office/drawing/2014/main" id="{8B7709A0-5872-4513-83C1-D4507FEF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52875"/>
            <a:ext cx="1809750" cy="857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후속 확인과 다음 행동 남기기</a:t>
            </a:r>
          </a:p>
        </p:txBody>
      </p:sp>
      <p:sp>
        <p:nvSpPr>
          <p:cNvPr id="29" name="review-caption">
            <a:extLst xmlns:a="http://schemas.openxmlformats.org/drawingml/2006/main">
              <a:ext uri="{FF2B5EF4-FFF2-40B4-BE49-F238E27FC236}">
                <a16:creationId xmlns:a16="http://schemas.microsoft.com/office/drawing/2014/main" id="{8043FFFD-8F8C-4EDF-BEA6-F794648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1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주황색은 기능 샘플의 씨앗입니다. 화살표는 how에서 why로 향합니다.</a:t>
            </a:r>
          </a:p>
        </p:txBody>
      </p:sp>
    </p:spTree>
    <p:extLst>
      <p:ext uri="{BB962C8B-B14F-4D97-AF65-F5344CB8AC3E}">
        <p14:creationId xmlns:p14="http://schemas.microsoft.com/office/powerpoint/2010/main" val="13868288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2026-10-28T05:31:11.3780000Z</dcterms:created>
  <dcterms:modified xsi:type="dcterms:W3CDTF">2026-10-28T05:31:11.3780000Z</dcterms:modified>
</coreProperties>
</file>